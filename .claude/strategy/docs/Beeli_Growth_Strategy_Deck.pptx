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E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Plus Jakarta Sans"/>
              </a:rPr>
              <a:t>Beeli — Growth &amp; Strategy</a:t>
            </a:r>
          </a:p>
          <a:p>
            <a:r>
              <a:rPr sz="2000">
                <a:solidFill>
                  <a:srgbClr val="D7E8EE"/>
                </a:solidFill>
                <a:latin typeface="Plus Jakarta Sans"/>
              </a:rPr>
              <a:t>The audio-first platform for African languages · 70+ languages, built for the diaspora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8D4DD"/>
                </a:solidFill>
                <a:latin typeface="Plus Jakarta Sans"/>
              </a:rPr>
              <a:t>Beeli — Confidential strategy draft · Owner: Tamara Adokeme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A7EA4"/>
                </a:solidFill>
                <a:latin typeface="Plus Jakarta Sans"/>
              </a:rPr>
              <a:t>The Bet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Own the category before a funded competitor notices it exists.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Beeli is the only audio-first platform built for African languages.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Plus Jakarta Sans"/>
              </a:rPr>
              <a:t>• Duolingo covers 4 African languages. Beeli covers 70+.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Diaspora motivation (family, culture, self) retains better than hobby learning.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Win via zero-CAC, community-powered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A7EA4"/>
                </a:solidFill>
                <a:latin typeface="Plus Jakarta Sans"/>
              </a:rPr>
              <a:t>Three Strategic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Own the category — SEO, PR, community partnerships.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Convert motivation into virality — share cards, proverbs, achievements at zero CAC.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Unlock institutional revenue — activate the already-built educator portal.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A7EA4"/>
                </a:solidFill>
                <a:latin typeface="Plus Jakarta Sans"/>
              </a:rPr>
              <a:t>The Moat is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Audio-first architecture — segment-synced transcripts, tap-word lookup, persistent audio bar.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404852"/>
                </a:solidFill>
                <a:latin typeface="Plus Jakarta Sans"/>
              </a:rPr>
              <a:t>– Built for tonal, oral languages, not Latin-script European ones.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Breadth without sacrificing depth — Niger Delta + endangered + East African scripts.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Contributor flywheel — bounties pay native speakers in XP to build content.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404852"/>
                </a:solidFill>
                <a:latin typeface="Plus Jakarta Sans"/>
              </a:rPr>
              <a:t>– Content compounds for free while competitors pay editorial teams per language.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A7EA4"/>
                </a:solidFill>
                <a:latin typeface="Plus Jakarta Sans"/>
              </a:rPr>
              <a:t>Target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Diaspora Reconnector (primary) — 25–45, abroad, trigger-event driven (TikTok/IG).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Educator / Preservationist — mission-driven; the B2B2C door and revenue path.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Cultural Curious — 18–30, enters via Adinkra, proverbs, Word of the Day.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Heritage Student (B2B2C) — 8–22, via a teacher; hooked by leaderboard &amp; multiplayer.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A7EA4"/>
                </a:solidFill>
                <a:latin typeface="Plus Jakarta Sans"/>
              </a:rPr>
              <a:t>Competitive Landscape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 </a:t>
                      </a:r>
                    </a:p>
                  </a:txBody>
                  <a:tcPr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Beeli</a:t>
                      </a:r>
                    </a:p>
                  </a:txBody>
                  <a:tcPr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Duolingo</a:t>
                      </a:r>
                    </a:p>
                  </a:txBody>
                  <a:tcPr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Pimsleur</a:t>
                      </a:r>
                    </a:p>
                  </a:txBody>
                  <a:tcPr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Memrise</a:t>
                      </a:r>
                    </a:p>
                  </a:txBody>
                  <a:tcPr>
                    <a:solidFill>
                      <a:srgbClr val="0A7EA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African 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70+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~3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~8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Audio-first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Cultural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Community contributions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Educator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Schools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Free tier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All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Limited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Limited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Multiplayer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A7EA4"/>
                </a:solidFill>
                <a:latin typeface="Plus Jakarta Sans"/>
              </a:rPr>
              <a:t>Acquisition Channels (priority order)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Organic social — TikTok/IG reels, Twitter for educators (primary discovery).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SEO / content — one post per high-priority language per quarter; build the web landing page.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Diaspora community partnerships — free classrooms for hosting events (10 orgs in 30 days).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App Store / Play (ASO).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Educator / institutional outreach — the path to first revenue.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Paid — deferred until organic D30 retention is known.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A7EA4"/>
                </a:solidFill>
                <a:latin typeface="Plus Jakarta Sans"/>
              </a:rPr>
              <a:t>Retention: Hook -&gt; Habit -&gt; Attachment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Hook (first 7 days) — onboarding first-win in ~3 min, daily challenges, Word of the Day.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Habit (7–30) — streaks + freeze, 30-day calendar, XP progression, leaderboard.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Attachment (30+) — level-title identity, My Contributions, classroom, multiplayer.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Re-engagement — lapsed-3/7/14-day push + email (deep links already supported).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A7EA4"/>
                </a:solidFill>
                <a:latin typeface="Plus Jakarta Sans"/>
              </a:rPr>
              <a:t>Monetization (free is the moat)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Tier</a:t>
                      </a:r>
                    </a:p>
                  </a:txBody>
                  <a:tcPr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Price</a:t>
                      </a:r>
                    </a:p>
                  </a:txBody>
                  <a:tcPr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Notes</a:t>
                      </a:r>
                    </a:p>
                  </a:txBody>
                  <a:tcPr>
                    <a:solidFill>
                      <a:srgbClr val="0A7EA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Free (core)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$0 forever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All learning, community, cultural content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Beeli Educator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$99–$199/mo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First revenue; product already built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Beeli Plus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$4.99/mo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Convenience; gated on D60 retention &gt;15%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Sponsored Grants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Custom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Mission revenue + press + free-product content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A7EA4"/>
                </a:solidFill>
                <a:latin typeface="Plus Jakarta Sans"/>
              </a:rPr>
              <a:t>The 90-Day Launch 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Window</a:t>
                      </a:r>
                    </a:p>
                  </a:txBody>
                  <a:tcPr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Focus</a:t>
                      </a:r>
                    </a:p>
                  </a:txBody>
                  <a:tcPr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Targets</a:t>
                      </a:r>
                    </a:p>
                  </a:txBody>
                  <a:tcPr>
                    <a:solidFill>
                      <a:srgbClr val="0A7EA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Days 1–14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Foundation: PostHog, landing page, store listings, socials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Infra live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Days 15–30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Seeding: 10 orgs + 5 educators, Yoruba LotW, press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First community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Days 31–60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Content engine: 3 blog posts, spotlights, 3 classrooms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Cadence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Days 61–90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Evaluate/monetize: retention by channel, Plus CTA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1C"/>
                          </a:solidFill>
                          <a:latin typeface="Plus Jakarta Sans"/>
                        </a:rPr>
                        <a:t>Double down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A7EA4"/>
                </a:solidFill>
                <a:latin typeface="Plus Jakarta Sans"/>
              </a:rPr>
              <a:t>KPIs &amp;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North Star: Daily Active Learners (DAL).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90-day: 3,000 installs · 1,500 registered · 10+ classrooms · 15+ languages with &gt;10 learners.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D30 &gt; 10% unlocks paid acquisition.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181C"/>
                </a:solidFill>
                <a:latin typeface="Plus Jakarta Sans"/>
              </a:rPr>
              <a:t>• D60 &gt; 15% unlocks Beeli Plus.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8B5CF6"/>
                </a:solidFill>
                <a:latin typeface="Plus Jakarta Sans"/>
              </a:rPr>
              <a:t>• See Beeli_Monetization_Model.xlsx for the editable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